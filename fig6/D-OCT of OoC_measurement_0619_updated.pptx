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4" r:id="rId4"/>
    <p:sldId id="260" r:id="rId5"/>
    <p:sldId id="270" r:id="rId6"/>
    <p:sldId id="263" r:id="rId7"/>
    <p:sldId id="273" r:id="rId8"/>
    <p:sldId id="275" r:id="rId9"/>
    <p:sldId id="259" r:id="rId10"/>
    <p:sldId id="261" r:id="rId11"/>
    <p:sldId id="262" r:id="rId12"/>
    <p:sldId id="269" r:id="rId13"/>
    <p:sldId id="274" r:id="rId14"/>
    <p:sldId id="276" r:id="rId15"/>
    <p:sldId id="265" r:id="rId16"/>
    <p:sldId id="267" r:id="rId17"/>
    <p:sldId id="266" r:id="rId18"/>
    <p:sldId id="271" r:id="rId19"/>
    <p:sldId id="272" r:id="rId20"/>
    <p:sldId id="277" r:id="rId21"/>
    <p:sldId id="278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10" d="100"/>
          <a:sy n="110" d="100"/>
        </p:scale>
        <p:origin x="2252" y="10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99CE6-F808-43FA-9F08-2301D82C1D41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1EFBD-F262-43F1-BB2C-DA2D4F5933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018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0405 FVB/ 0520 CBA/ 0522 CBA</a:t>
            </a:r>
          </a:p>
          <a:p>
            <a:r>
              <a:rPr lang="en-US" altLang="ko-KR" dirty="0"/>
              <a:t>0411 VGLUT3KO 75d/ 0412VGLUT3KO 75d/ 0412 VGLUT3KO 95d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1EFBD-F262-43F1-BB2C-DA2D4F59331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254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0520 CBA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1EFBD-F262-43F1-BB2C-DA2D4F59331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890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0520 CBA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1EFBD-F262-43F1-BB2C-DA2D4F59331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499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A031D-78FF-C0C5-C77C-64F0EA81B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AACF5B-DE5B-5009-4183-A4F805C5C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BF1C63-72ED-EC70-61DF-CA03D30AA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CB4D3-E89F-DE5F-3557-50939585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82DDC-713E-0B60-C7F8-3F674FB5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066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C8001-DA65-DFE0-F2F5-DF8F5FD6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8992C0-EBB4-5719-CEAB-EAEE1ADA4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F4394-72FE-02A8-BAA1-04A932D7E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AB4FB1-39CA-DAC1-019B-D8A3ACAD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493492-8E07-9F1A-FC22-0AE41F09B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24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5DAFC-A4FD-B5F4-CE41-F6BE7A036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AEE993-7228-2512-68F5-41A6E9AE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2B0B5-2CBD-4F7E-0948-32310D98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09E3F-A518-CF27-6B9F-FC92B830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B83B14-0721-AA8B-C7DA-75F257B2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36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C387F-2C82-CE68-388C-3A211AEE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6032B5-0EB2-3C73-39D2-379377411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6DCB54-FB46-0F13-9CF2-3C84C73A0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089F4-9AA0-3CF8-D97E-D4AAD9B2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1FAAA3-78A9-2599-637B-B03F1197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0C447B-8D60-21F2-7BCE-F070ECCF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91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4C45E-69EC-8A66-84FF-099ECBAA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EFABDA-2D93-D145-EBD5-7E71E4225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E2863D-F14F-1CF9-FCE4-6DFB7501F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9876E2-CFEF-719C-8677-97D9A29C3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A5FB3A8-A47A-646A-5E73-5B21B22DA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AF208C-3512-F9F0-2A99-4B1C3956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B491B4-DA65-705C-20D7-FEC5F6A69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716CE7-4D48-96D5-4C51-E4948DE9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82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8DC0D-5A12-5956-62F6-D3D84D38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94B62C-7A63-21FD-3A4D-DB6657D6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8B5DCB-4D7B-9724-C0E5-969B0B9C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161E1D-CE05-17BD-79C0-B8EED190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713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73255F-F974-D897-0EA4-41675A8B2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59777C2-321B-7FC3-8B55-CCC89B0B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167D75-1BC0-E780-0FAA-8F0B9C77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33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E9698-5769-4EC1-7683-841C24DA1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7E96F4-E5E0-60B7-5772-E2C87E00F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E37051-B58D-7642-A58C-0D2E535A2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A3860D-16C3-A756-1821-D3131D2A5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E95428-EF2D-2363-3507-90D594C8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36430B-E163-C605-EBE3-8C52E044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88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C1881-5734-9811-00E7-78FFEF5D4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D1458D-3EE8-4008-C880-9E4111435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6801E1-9C42-E325-0848-03DB8775C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87C36A-3625-0DEA-D562-C55BCB1A8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814875-4121-4AB7-ED0A-3448970C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DF8D6D-C5AD-A668-0B7D-3B2B62D4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772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B824B-1F06-5D09-3907-913CE4EDC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990DDB-4F4B-01B6-DDB0-A70FBB60F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A30171-165A-D739-1F4F-6CC49693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7E55DF-742A-21C2-A29B-0C4A69C0B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E26DB-282D-65A6-924B-08FB877C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00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51A14E-0183-AF2A-BDCE-7E5AE1F1B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D68D6D-4976-F044-1F1F-00D5E438A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CE8DCD-09E3-AE64-EEB4-47960322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547B67-62AF-BB4D-8818-EFE44F4D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9050ED-595C-D11E-190B-3DA54B69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440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F61EA7-C498-F911-82E1-C5B8DEB45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EB63B8-F626-4F5D-5894-0B96C78BF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5007BE-B58F-A136-A29D-1D5FE0132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06B5A-DCAF-4B75-8B17-CD1467282766}" type="datetimeFigureOut">
              <a:rPr lang="ko-KR" altLang="en-US" smtClean="0"/>
              <a:t>2024-06-20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DBF1B9-913D-FBF6-1FA9-87150D534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2CE7C-B164-211C-6FA9-2D9ECEFA7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5758A-C6C1-4E03-AACE-E93C06773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1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36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g"/><Relationship Id="rId5" Type="http://schemas.openxmlformats.org/officeDocument/2006/relationships/image" Target="../media/image30.jpg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3" Type="http://schemas.openxmlformats.org/officeDocument/2006/relationships/image" Target="../media/image11.jpg"/><Relationship Id="rId7" Type="http://schemas.openxmlformats.org/officeDocument/2006/relationships/image" Target="../media/image32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g"/><Relationship Id="rId5" Type="http://schemas.openxmlformats.org/officeDocument/2006/relationships/image" Target="../media/image29.jpg"/><Relationship Id="rId4" Type="http://schemas.openxmlformats.org/officeDocument/2006/relationships/image" Target="../media/image18.jpg"/><Relationship Id="rId9" Type="http://schemas.openxmlformats.org/officeDocument/2006/relationships/image" Target="../media/image49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3" Type="http://schemas.openxmlformats.org/officeDocument/2006/relationships/image" Target="../media/image10.jpg"/><Relationship Id="rId7" Type="http://schemas.openxmlformats.org/officeDocument/2006/relationships/image" Target="../media/image3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28.jpg"/><Relationship Id="rId4" Type="http://schemas.openxmlformats.org/officeDocument/2006/relationships/image" Target="../media/image17.jpg"/><Relationship Id="rId9" Type="http://schemas.openxmlformats.org/officeDocument/2006/relationships/image" Target="../media/image51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g"/><Relationship Id="rId3" Type="http://schemas.openxmlformats.org/officeDocument/2006/relationships/image" Target="../media/image18.jpg"/><Relationship Id="rId7" Type="http://schemas.openxmlformats.org/officeDocument/2006/relationships/image" Target="../media/image38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5.jpg"/><Relationship Id="rId4" Type="http://schemas.openxmlformats.org/officeDocument/2006/relationships/image" Target="../media/image29.jpg"/><Relationship Id="rId9" Type="http://schemas.openxmlformats.org/officeDocument/2006/relationships/image" Target="../media/image53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g"/><Relationship Id="rId3" Type="http://schemas.openxmlformats.org/officeDocument/2006/relationships/image" Target="../media/image17.jpg"/><Relationship Id="rId7" Type="http://schemas.openxmlformats.org/officeDocument/2006/relationships/image" Target="../media/image37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1.jpg"/><Relationship Id="rId4" Type="http://schemas.openxmlformats.org/officeDocument/2006/relationships/image" Target="../media/image28.jpg"/><Relationship Id="rId9" Type="http://schemas.openxmlformats.org/officeDocument/2006/relationships/image" Target="../media/image55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13" Type="http://schemas.openxmlformats.org/officeDocument/2006/relationships/image" Target="../media/image42.jpg"/><Relationship Id="rId3" Type="http://schemas.openxmlformats.org/officeDocument/2006/relationships/image" Target="../media/image18.jpg"/><Relationship Id="rId7" Type="http://schemas.openxmlformats.org/officeDocument/2006/relationships/image" Target="../media/image38.jpg"/><Relationship Id="rId12" Type="http://schemas.openxmlformats.org/officeDocument/2006/relationships/image" Target="../media/image46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57.jpg"/><Relationship Id="rId5" Type="http://schemas.openxmlformats.org/officeDocument/2006/relationships/image" Target="../media/image35.jpg"/><Relationship Id="rId10" Type="http://schemas.openxmlformats.org/officeDocument/2006/relationships/image" Target="../media/image56.jpg"/><Relationship Id="rId4" Type="http://schemas.openxmlformats.org/officeDocument/2006/relationships/image" Target="../media/image29.jpg"/><Relationship Id="rId9" Type="http://schemas.openxmlformats.org/officeDocument/2006/relationships/image" Target="../media/image26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13" Type="http://schemas.openxmlformats.org/officeDocument/2006/relationships/image" Target="../media/image47.jpg"/><Relationship Id="rId3" Type="http://schemas.openxmlformats.org/officeDocument/2006/relationships/image" Target="../media/image17.jpg"/><Relationship Id="rId7" Type="http://schemas.openxmlformats.org/officeDocument/2006/relationships/image" Target="../media/image37.jpg"/><Relationship Id="rId12" Type="http://schemas.openxmlformats.org/officeDocument/2006/relationships/image" Target="../media/image43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59.jpg"/><Relationship Id="rId5" Type="http://schemas.openxmlformats.org/officeDocument/2006/relationships/image" Target="../media/image31.jpg"/><Relationship Id="rId10" Type="http://schemas.openxmlformats.org/officeDocument/2006/relationships/image" Target="../media/image58.jpg"/><Relationship Id="rId4" Type="http://schemas.openxmlformats.org/officeDocument/2006/relationships/image" Target="../media/image28.jpg"/><Relationship Id="rId9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7E96D-DFFF-7C05-7AF4-CF46EFD542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D-OCT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218316-FD93-7468-39FC-D11639CFDB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565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36E763-5F5E-A885-C5E9-70776E6EA1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15"/>
          <a:stretch/>
        </p:blipFill>
        <p:spPr>
          <a:xfrm>
            <a:off x="0" y="10094"/>
            <a:ext cx="3989702" cy="27176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4D4B0E4-CB40-F2B6-BDC2-0F7D12B629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5"/>
          <a:stretch/>
        </p:blipFill>
        <p:spPr>
          <a:xfrm>
            <a:off x="4039741" y="-10258"/>
            <a:ext cx="4028564" cy="27380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3A59C46-9DE6-3AC8-F965-F231A572930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33"/>
          <a:stretch/>
        </p:blipFill>
        <p:spPr>
          <a:xfrm>
            <a:off x="8092355" y="0"/>
            <a:ext cx="4028564" cy="27176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970D1B-8504-E9A3-4117-3066E7947B55}"/>
              </a:ext>
            </a:extLst>
          </p:cNvPr>
          <p:cNvSpPr txBox="1"/>
          <p:nvPr/>
        </p:nvSpPr>
        <p:spPr>
          <a:xfrm>
            <a:off x="141027" y="10094"/>
            <a:ext cx="714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WT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E6EF8DB-CE68-9D80-F494-D09E81A9205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5"/>
          <a:stretch/>
        </p:blipFill>
        <p:spPr>
          <a:xfrm>
            <a:off x="11177" y="3647342"/>
            <a:ext cx="4028564" cy="273801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4DF78C6-7B47-7CAA-2FD5-31CD1E85A57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33"/>
          <a:stretch/>
        </p:blipFill>
        <p:spPr>
          <a:xfrm>
            <a:off x="4080681" y="3667694"/>
            <a:ext cx="4028565" cy="271765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14FA7D1-654F-E3F0-7D0B-B37C22B2F14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33"/>
          <a:stretch/>
        </p:blipFill>
        <p:spPr>
          <a:xfrm>
            <a:off x="8152258" y="3667694"/>
            <a:ext cx="4028565" cy="27176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0A817F5-699E-4F68-A1F5-6E390C210ADC}"/>
              </a:ext>
            </a:extLst>
          </p:cNvPr>
          <p:cNvSpPr txBox="1"/>
          <p:nvPr/>
        </p:nvSpPr>
        <p:spPr>
          <a:xfrm>
            <a:off x="141028" y="3286671"/>
            <a:ext cx="1641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VGLUT3KO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8204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9C0B62-4A2A-4B34-1F09-B3C28B52F778}"/>
              </a:ext>
            </a:extLst>
          </p:cNvPr>
          <p:cNvSpPr txBox="1"/>
          <p:nvPr/>
        </p:nvSpPr>
        <p:spPr>
          <a:xfrm>
            <a:off x="114300" y="2732509"/>
            <a:ext cx="167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WT:0404 CBA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76D175-CC2C-CC6D-4F0D-0161B079A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760" y="1096357"/>
            <a:ext cx="2857500" cy="5715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8B840DB-C66A-6B11-291D-9EF0545FD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778" y="1096357"/>
            <a:ext cx="2857500" cy="5715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D6BF428-5C1D-3B69-3A7D-419F200ABD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96" y="1096357"/>
            <a:ext cx="2857500" cy="571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BBC0BA-A49D-D1CB-73D2-548578A51967}"/>
              </a:ext>
            </a:extLst>
          </p:cNvPr>
          <p:cNvSpPr txBox="1"/>
          <p:nvPr/>
        </p:nvSpPr>
        <p:spPr>
          <a:xfrm>
            <a:off x="3606671" y="796694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6394C-1D4C-EB14-BFB7-EB868ED49440}"/>
              </a:ext>
            </a:extLst>
          </p:cNvPr>
          <p:cNvSpPr txBox="1"/>
          <p:nvPr/>
        </p:nvSpPr>
        <p:spPr>
          <a:xfrm>
            <a:off x="6455853" y="792590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BE3B2C-611A-C772-B6F3-1BC169B7C08A}"/>
              </a:ext>
            </a:extLst>
          </p:cNvPr>
          <p:cNvSpPr txBox="1"/>
          <p:nvPr/>
        </p:nvSpPr>
        <p:spPr>
          <a:xfrm>
            <a:off x="9347003" y="792591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942FB52-2D2A-CADD-79A5-FC3C2CAB0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027776"/>
              </p:ext>
            </p:extLst>
          </p:nvPr>
        </p:nvGraphicFramePr>
        <p:xfrm>
          <a:off x="3670299" y="16929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0.67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1.08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1.43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0.38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1.31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1.40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80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A003981-F869-B993-CCD8-18790FEE6E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5"/>
          <a:stretch/>
        </p:blipFill>
        <p:spPr>
          <a:xfrm>
            <a:off x="0" y="0"/>
            <a:ext cx="3581505" cy="24341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2F9B00-AD04-1059-5B9B-02874173FBE4}"/>
              </a:ext>
            </a:extLst>
          </p:cNvPr>
          <p:cNvSpPr txBox="1"/>
          <p:nvPr/>
        </p:nvSpPr>
        <p:spPr>
          <a:xfrm>
            <a:off x="3606671" y="956602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961C3-99D4-451C-63FD-BFC617F52FA2}"/>
              </a:ext>
            </a:extLst>
          </p:cNvPr>
          <p:cNvSpPr txBox="1"/>
          <p:nvPr/>
        </p:nvSpPr>
        <p:spPr>
          <a:xfrm>
            <a:off x="6455853" y="952498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618DB-9E60-318A-4A8D-507D47107F97}"/>
              </a:ext>
            </a:extLst>
          </p:cNvPr>
          <p:cNvSpPr txBox="1"/>
          <p:nvPr/>
        </p:nvSpPr>
        <p:spPr>
          <a:xfrm>
            <a:off x="9347003" y="952499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035EA7-0C57-8C2B-6DF5-A7F24975BA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369" y="1315509"/>
            <a:ext cx="2857500" cy="42862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CA8C64-CB9D-BD21-2CCF-31A8A917A6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487" y="1315509"/>
            <a:ext cx="2857500" cy="42862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F280649-D539-8B72-F7E3-E4C167A86F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174" y="1319614"/>
            <a:ext cx="2857500" cy="4286250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6197A2F-EDDB-65A8-E4AC-060B8AAD3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191916"/>
              </p:ext>
            </p:extLst>
          </p:nvPr>
        </p:nvGraphicFramePr>
        <p:xfrm>
          <a:off x="3670299" y="16929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0.05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1.6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1.89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0.24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1.8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highlight>
                            <a:srgbClr val="FFFF00"/>
                          </a:highlight>
                        </a:rPr>
                        <a:t>3.0</a:t>
                      </a:r>
                      <a:endParaRPr lang="ko-KR" altLang="en-US" sz="105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3AED4B-B320-B920-599C-DA522165B0B0}"/>
              </a:ext>
            </a:extLst>
          </p:cNvPr>
          <p:cNvSpPr txBox="1"/>
          <p:nvPr/>
        </p:nvSpPr>
        <p:spPr>
          <a:xfrm>
            <a:off x="114300" y="2732509"/>
            <a:ext cx="167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WT:0520 CBA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0842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A003981-F869-B993-CCD8-18790FEE6E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5"/>
          <a:stretch/>
        </p:blipFill>
        <p:spPr>
          <a:xfrm>
            <a:off x="0" y="0"/>
            <a:ext cx="3581505" cy="24341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2F9B00-AD04-1059-5B9B-02874173FBE4}"/>
              </a:ext>
            </a:extLst>
          </p:cNvPr>
          <p:cNvSpPr txBox="1"/>
          <p:nvPr/>
        </p:nvSpPr>
        <p:spPr>
          <a:xfrm>
            <a:off x="3799389" y="956602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961C3-99D4-451C-63FD-BFC617F52FA2}"/>
              </a:ext>
            </a:extLst>
          </p:cNvPr>
          <p:cNvSpPr txBox="1"/>
          <p:nvPr/>
        </p:nvSpPr>
        <p:spPr>
          <a:xfrm>
            <a:off x="6648571" y="952498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618DB-9E60-318A-4A8D-507D47107F97}"/>
              </a:ext>
            </a:extLst>
          </p:cNvPr>
          <p:cNvSpPr txBox="1"/>
          <p:nvPr/>
        </p:nvSpPr>
        <p:spPr>
          <a:xfrm>
            <a:off x="9539721" y="952499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6197A2F-EDDB-65A8-E4AC-060B8AAD3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234487"/>
              </p:ext>
            </p:extLst>
          </p:nvPr>
        </p:nvGraphicFramePr>
        <p:xfrm>
          <a:off x="3670299" y="16929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0.58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2.63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2.94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0.11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2.09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3.45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3AED4B-B320-B920-599C-DA522165B0B0}"/>
              </a:ext>
            </a:extLst>
          </p:cNvPr>
          <p:cNvSpPr txBox="1"/>
          <p:nvPr/>
        </p:nvSpPr>
        <p:spPr>
          <a:xfrm>
            <a:off x="114300" y="2732509"/>
            <a:ext cx="1672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WT:0520 CBA</a:t>
            </a:r>
          </a:p>
          <a:p>
            <a:r>
              <a:rPr lang="en-US" altLang="ko-KR" dirty="0"/>
              <a:t>Reanalysis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F0617A-188D-D82E-EB77-0E4BEB9F45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0" b="3735"/>
          <a:stretch/>
        </p:blipFill>
        <p:spPr>
          <a:xfrm>
            <a:off x="9124529" y="1724623"/>
            <a:ext cx="2521080" cy="373307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297A0AA-69B8-1B2F-6439-61D7CFBACCC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0" b="3735"/>
          <a:stretch/>
        </p:blipFill>
        <p:spPr>
          <a:xfrm>
            <a:off x="6429140" y="1724623"/>
            <a:ext cx="2533780" cy="373307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AB8C74E-ABD3-A8B4-AD2F-E789107BF9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808" y="1724623"/>
            <a:ext cx="2488716" cy="373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311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F9387B-6056-159F-17B8-F2D26DA2D1E0}"/>
              </a:ext>
            </a:extLst>
          </p:cNvPr>
          <p:cNvSpPr txBox="1"/>
          <p:nvPr/>
        </p:nvSpPr>
        <p:spPr>
          <a:xfrm>
            <a:off x="114300" y="2732509"/>
            <a:ext cx="167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WT:0522 CBA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46F5B5-2B7E-9F75-3734-B5E3C649CF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83"/>
          <a:stretch/>
        </p:blipFill>
        <p:spPr>
          <a:xfrm>
            <a:off x="0" y="-1"/>
            <a:ext cx="3607014" cy="25873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A27A38-FE1B-AF6C-1C90-978F7661A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074" y="2525150"/>
            <a:ext cx="2857500" cy="40957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91B389F-BD7B-F546-C9C3-C76D286C7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514" y="2525150"/>
            <a:ext cx="2857500" cy="40957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1BC5E26-A339-EA61-F1B8-B11B960F05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038" y="2529249"/>
            <a:ext cx="2857500" cy="40957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0F10AE-48B8-4F7A-11CA-84E317437FB5}"/>
              </a:ext>
            </a:extLst>
          </p:cNvPr>
          <p:cNvSpPr txBox="1"/>
          <p:nvPr/>
        </p:nvSpPr>
        <p:spPr>
          <a:xfrm>
            <a:off x="3606671" y="1883298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A29913-52BD-3CAD-2996-93FE61103001}"/>
              </a:ext>
            </a:extLst>
          </p:cNvPr>
          <p:cNvSpPr txBox="1"/>
          <p:nvPr/>
        </p:nvSpPr>
        <p:spPr>
          <a:xfrm>
            <a:off x="6455853" y="1879194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0CBE39-FCE6-0F21-7623-7C967CB83D89}"/>
              </a:ext>
            </a:extLst>
          </p:cNvPr>
          <p:cNvSpPr txBox="1"/>
          <p:nvPr/>
        </p:nvSpPr>
        <p:spPr>
          <a:xfrm>
            <a:off x="9347003" y="1879195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9BFAE47-DCD6-DB1D-25AB-59488D6D1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368176"/>
              </p:ext>
            </p:extLst>
          </p:nvPr>
        </p:nvGraphicFramePr>
        <p:xfrm>
          <a:off x="3670299" y="943625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0.25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1.63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1.45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0.27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1.6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1.53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205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D41ED5-93D4-0CEF-E66A-6ECA084EE86E}"/>
              </a:ext>
            </a:extLst>
          </p:cNvPr>
          <p:cNvSpPr txBox="1"/>
          <p:nvPr/>
        </p:nvSpPr>
        <p:spPr>
          <a:xfrm>
            <a:off x="114300" y="2732509"/>
            <a:ext cx="167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WT:0613 CBA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B0B79D-B78E-BB72-8481-68BE73E0A5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3475447" y="3146682"/>
            <a:ext cx="2857500" cy="33337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A557503-72A8-1011-02E4-67520C53C4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6345956" y="3146682"/>
            <a:ext cx="2857500" cy="33337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5727FC9-BC19-5EFA-0D09-B40DFA54D70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226739" y="3146682"/>
            <a:ext cx="2857500" cy="3333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358094-9DB5-F217-A744-07AF8F43CE60}"/>
              </a:ext>
            </a:extLst>
          </p:cNvPr>
          <p:cNvSpPr txBox="1"/>
          <p:nvPr/>
        </p:nvSpPr>
        <p:spPr>
          <a:xfrm>
            <a:off x="3606671" y="2612762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90C2F-49DD-7891-19D9-2F5342DD5A54}"/>
              </a:ext>
            </a:extLst>
          </p:cNvPr>
          <p:cNvSpPr txBox="1"/>
          <p:nvPr/>
        </p:nvSpPr>
        <p:spPr>
          <a:xfrm>
            <a:off x="6455853" y="2608658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96ABEC-FE1C-DC47-A0AD-207DC980287B}"/>
              </a:ext>
            </a:extLst>
          </p:cNvPr>
          <p:cNvSpPr txBox="1"/>
          <p:nvPr/>
        </p:nvSpPr>
        <p:spPr>
          <a:xfrm>
            <a:off x="9347003" y="2608659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85CF2FB-6A2C-BA92-E926-02D2D6CA5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602708"/>
              </p:ext>
            </p:extLst>
          </p:nvPr>
        </p:nvGraphicFramePr>
        <p:xfrm>
          <a:off x="3670299" y="943625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1.57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2.59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2.23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0.57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1.60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1.78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00C402E8-2852-5134-54BF-8F1D70F835B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7"/>
          <a:stretch/>
        </p:blipFill>
        <p:spPr>
          <a:xfrm>
            <a:off x="20548" y="0"/>
            <a:ext cx="3606229" cy="255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164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D41ED5-93D4-0CEF-E66A-6ECA084EE86E}"/>
              </a:ext>
            </a:extLst>
          </p:cNvPr>
          <p:cNvSpPr txBox="1"/>
          <p:nvPr/>
        </p:nvSpPr>
        <p:spPr>
          <a:xfrm>
            <a:off x="114300" y="2732509"/>
            <a:ext cx="167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WT:0614 CBA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58094-9DB5-F217-A744-07AF8F43CE60}"/>
              </a:ext>
            </a:extLst>
          </p:cNvPr>
          <p:cNvSpPr txBox="1"/>
          <p:nvPr/>
        </p:nvSpPr>
        <p:spPr>
          <a:xfrm>
            <a:off x="3606671" y="2612762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90C2F-49DD-7891-19D9-2F5342DD5A54}"/>
              </a:ext>
            </a:extLst>
          </p:cNvPr>
          <p:cNvSpPr txBox="1"/>
          <p:nvPr/>
        </p:nvSpPr>
        <p:spPr>
          <a:xfrm>
            <a:off x="6455853" y="2608658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96ABEC-FE1C-DC47-A0AD-207DC980287B}"/>
              </a:ext>
            </a:extLst>
          </p:cNvPr>
          <p:cNvSpPr txBox="1"/>
          <p:nvPr/>
        </p:nvSpPr>
        <p:spPr>
          <a:xfrm>
            <a:off x="9347003" y="2608659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85CF2FB-6A2C-BA92-E926-02D2D6CA5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963357"/>
              </p:ext>
            </p:extLst>
          </p:nvPr>
        </p:nvGraphicFramePr>
        <p:xfrm>
          <a:off x="3670299" y="943625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0.67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3.22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2.52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0.58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2.79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2.49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1A0AFB5D-7C16-4FFE-A706-2ECF7E7D4C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6"/>
          <a:stretch/>
        </p:blipFill>
        <p:spPr>
          <a:xfrm>
            <a:off x="0" y="0"/>
            <a:ext cx="3670299" cy="26218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429AC1E-8C96-AFAB-4001-0E6A943403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492"/>
          <a:stretch/>
        </p:blipFill>
        <p:spPr>
          <a:xfrm>
            <a:off x="3407872" y="2936833"/>
            <a:ext cx="2857500" cy="330094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5C7E56F-7E73-C15E-9EC2-6C4E8097F9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492"/>
          <a:stretch/>
        </p:blipFill>
        <p:spPr>
          <a:xfrm>
            <a:off x="6345400" y="2936833"/>
            <a:ext cx="2857500" cy="330094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F924D93-FB74-1C7D-4063-065E60CA924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492"/>
          <a:stretch/>
        </p:blipFill>
        <p:spPr>
          <a:xfrm>
            <a:off x="9274453" y="2936833"/>
            <a:ext cx="2857500" cy="330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43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0477CF2-9F5D-D023-EAC3-67DDADA866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5"/>
          <a:stretch/>
        </p:blipFill>
        <p:spPr>
          <a:xfrm>
            <a:off x="0" y="0"/>
            <a:ext cx="3403600" cy="23132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29E3C2-91B1-E69A-4C2A-23BB02FD1E71}"/>
              </a:ext>
            </a:extLst>
          </p:cNvPr>
          <p:cNvSpPr txBox="1"/>
          <p:nvPr/>
        </p:nvSpPr>
        <p:spPr>
          <a:xfrm>
            <a:off x="88900" y="2401672"/>
            <a:ext cx="241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VGLUT3KO:0411 75d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D5144C-FECC-799C-E994-D6303A6E5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621" y="1080558"/>
            <a:ext cx="2857500" cy="52387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80F27A8-F55A-05BF-2535-84E8C290B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589" y="1080558"/>
            <a:ext cx="2857500" cy="52387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C79801-696A-C4CB-02FF-3567C17008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661" y="1080558"/>
            <a:ext cx="2857500" cy="5238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854579-6E37-0B31-C9F3-2C949B446D04}"/>
              </a:ext>
            </a:extLst>
          </p:cNvPr>
          <p:cNvSpPr txBox="1"/>
          <p:nvPr/>
        </p:nvSpPr>
        <p:spPr>
          <a:xfrm>
            <a:off x="3471838" y="732364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28A73F-C599-C41D-1DD9-3D008772CC8B}"/>
              </a:ext>
            </a:extLst>
          </p:cNvPr>
          <p:cNvSpPr txBox="1"/>
          <p:nvPr/>
        </p:nvSpPr>
        <p:spPr>
          <a:xfrm>
            <a:off x="6337319" y="732365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DD2B8-AAAD-7DF3-6DBE-376D66A2412C}"/>
              </a:ext>
            </a:extLst>
          </p:cNvPr>
          <p:cNvSpPr txBox="1"/>
          <p:nvPr/>
        </p:nvSpPr>
        <p:spPr>
          <a:xfrm>
            <a:off x="9240773" y="732366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4014E49-204D-F427-A895-14A3D6134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183327"/>
              </p:ext>
            </p:extLst>
          </p:nvPr>
        </p:nvGraphicFramePr>
        <p:xfrm>
          <a:off x="3670299" y="16929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2.82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4.84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4.2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1.18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2.08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2.7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007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928D3D-C87A-8203-BA83-AF3539D84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652" y="1999941"/>
            <a:ext cx="2857500" cy="33337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37D47A7-44FD-8A6B-DBFC-E776DCC27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032" y="1999941"/>
            <a:ext cx="2857500" cy="33337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6A6357A-CE9B-7273-64A3-5ACB744E2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412" y="1999941"/>
            <a:ext cx="2857500" cy="3333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525C7D-4217-AE0B-7568-A8B1A081BF2F}"/>
              </a:ext>
            </a:extLst>
          </p:cNvPr>
          <p:cNvSpPr txBox="1"/>
          <p:nvPr/>
        </p:nvSpPr>
        <p:spPr>
          <a:xfrm>
            <a:off x="3471838" y="1503242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DBBB98-6A57-606E-5745-0920B0FC9E6E}"/>
              </a:ext>
            </a:extLst>
          </p:cNvPr>
          <p:cNvSpPr txBox="1"/>
          <p:nvPr/>
        </p:nvSpPr>
        <p:spPr>
          <a:xfrm>
            <a:off x="6337319" y="1503243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D6A919-C015-A7D1-ADBB-71A6BD494C7A}"/>
              </a:ext>
            </a:extLst>
          </p:cNvPr>
          <p:cNvSpPr txBox="1"/>
          <p:nvPr/>
        </p:nvSpPr>
        <p:spPr>
          <a:xfrm>
            <a:off x="9240773" y="1503244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3AF7236-AC3B-B766-0F41-5872D7B42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925819"/>
              </p:ext>
            </p:extLst>
          </p:nvPr>
        </p:nvGraphicFramePr>
        <p:xfrm>
          <a:off x="3670299" y="787807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0.22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5.86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3.8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0.02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3.27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2.3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5A88999-262C-83F5-2779-C9ED1785B606}"/>
              </a:ext>
            </a:extLst>
          </p:cNvPr>
          <p:cNvSpPr txBox="1"/>
          <p:nvPr/>
        </p:nvSpPr>
        <p:spPr>
          <a:xfrm>
            <a:off x="88899" y="2401672"/>
            <a:ext cx="2857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VGLUT3KO:0412(13) 95d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2122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3762D91-8046-7F17-3E62-573FFACD4A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33"/>
          <a:stretch/>
        </p:blipFill>
        <p:spPr>
          <a:xfrm>
            <a:off x="8200" y="0"/>
            <a:ext cx="3598392" cy="2427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786F57-0D63-9391-7FFB-794513B1C63B}"/>
              </a:ext>
            </a:extLst>
          </p:cNvPr>
          <p:cNvSpPr txBox="1"/>
          <p:nvPr/>
        </p:nvSpPr>
        <p:spPr>
          <a:xfrm>
            <a:off x="114300" y="2732509"/>
            <a:ext cx="1672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VGLUT3KO:0412(14) 75d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97AC8E-BF14-FF39-35AF-6703AD230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253" y="2427465"/>
            <a:ext cx="2857500" cy="33337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DE4DE2-2B81-2430-FFF7-5D3C9E9A4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938" y="2427465"/>
            <a:ext cx="2857500" cy="33337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A410679-9563-8D6F-2AED-4993E5CBFB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727" y="2427465"/>
            <a:ext cx="2857500" cy="3333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68018E-908F-AC5A-5D03-19D0BD2E7741}"/>
              </a:ext>
            </a:extLst>
          </p:cNvPr>
          <p:cNvSpPr txBox="1"/>
          <p:nvPr/>
        </p:nvSpPr>
        <p:spPr>
          <a:xfrm>
            <a:off x="3618971" y="1883298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DE41A-9439-FAAE-3482-A081205C9CB3}"/>
              </a:ext>
            </a:extLst>
          </p:cNvPr>
          <p:cNvSpPr txBox="1"/>
          <p:nvPr/>
        </p:nvSpPr>
        <p:spPr>
          <a:xfrm>
            <a:off x="6468153" y="1879194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0618DB-83A5-0F0E-2263-4FE9B08BC628}"/>
              </a:ext>
            </a:extLst>
          </p:cNvPr>
          <p:cNvSpPr txBox="1"/>
          <p:nvPr/>
        </p:nvSpPr>
        <p:spPr>
          <a:xfrm>
            <a:off x="9359303" y="1879195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E86DA51-2502-99A6-B0DC-485DC9E4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480668"/>
              </p:ext>
            </p:extLst>
          </p:nvPr>
        </p:nvGraphicFramePr>
        <p:xfrm>
          <a:off x="3682599" y="943625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0.1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4.49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highlight>
                            <a:srgbClr val="FFFF00"/>
                          </a:highlight>
                        </a:rPr>
                        <a:t>2.0</a:t>
                      </a:r>
                      <a:endParaRPr lang="ko-KR" altLang="en-US" sz="105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0.02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2.94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1.8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228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3762D91-8046-7F17-3E62-573FFACD4A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33"/>
          <a:stretch/>
        </p:blipFill>
        <p:spPr>
          <a:xfrm>
            <a:off x="8200" y="0"/>
            <a:ext cx="3598392" cy="2427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786F57-0D63-9391-7FFB-794513B1C63B}"/>
              </a:ext>
            </a:extLst>
          </p:cNvPr>
          <p:cNvSpPr txBox="1"/>
          <p:nvPr/>
        </p:nvSpPr>
        <p:spPr>
          <a:xfrm>
            <a:off x="114300" y="2732509"/>
            <a:ext cx="1672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VGLUT3KO:0412(14) 75d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68018E-908F-AC5A-5D03-19D0BD2E7741}"/>
              </a:ext>
            </a:extLst>
          </p:cNvPr>
          <p:cNvSpPr txBox="1"/>
          <p:nvPr/>
        </p:nvSpPr>
        <p:spPr>
          <a:xfrm>
            <a:off x="3618971" y="1883298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DE41A-9439-FAAE-3482-A081205C9CB3}"/>
              </a:ext>
            </a:extLst>
          </p:cNvPr>
          <p:cNvSpPr txBox="1"/>
          <p:nvPr/>
        </p:nvSpPr>
        <p:spPr>
          <a:xfrm>
            <a:off x="6468153" y="1879194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0618DB-83A5-0F0E-2263-4FE9B08BC628}"/>
              </a:ext>
            </a:extLst>
          </p:cNvPr>
          <p:cNvSpPr txBox="1"/>
          <p:nvPr/>
        </p:nvSpPr>
        <p:spPr>
          <a:xfrm>
            <a:off x="9359303" y="1879195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E86DA51-2502-99A6-B0DC-485DC9E4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753184"/>
              </p:ext>
            </p:extLst>
          </p:nvPr>
        </p:nvGraphicFramePr>
        <p:xfrm>
          <a:off x="3682599" y="943625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0.68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9.14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5.1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0.05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3.94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2.8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58B63D5-E1AC-22E1-688B-57925767DD46}"/>
              </a:ext>
            </a:extLst>
          </p:cNvPr>
          <p:cNvSpPr txBox="1"/>
          <p:nvPr/>
        </p:nvSpPr>
        <p:spPr>
          <a:xfrm>
            <a:off x="3759576" y="154767"/>
            <a:ext cx="1574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Reanalysis: 159</a:t>
            </a:r>
            <a:r>
              <a:rPr lang="en-US" altLang="ko-KR" b="1" baseline="30000" dirty="0">
                <a:solidFill>
                  <a:srgbClr val="FF0000"/>
                </a:solidFill>
              </a:rPr>
              <a:t>th</a:t>
            </a:r>
            <a:r>
              <a:rPr lang="en-US" altLang="ko-KR" b="1" dirty="0">
                <a:solidFill>
                  <a:srgbClr val="FF0000"/>
                </a:solidFill>
              </a:rPr>
              <a:t> slice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30B18A-7A24-52F9-5020-2D55F2D16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653" y="2248526"/>
            <a:ext cx="2857500" cy="333375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786FDE3-21B0-E815-EDE0-E4F15D5D7D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165" y="2248526"/>
            <a:ext cx="2857500" cy="33337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9A7ABB3-9287-1977-E186-800C9C058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111" y="2248526"/>
            <a:ext cx="2857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427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786F57-0D63-9391-7FFB-794513B1C63B}"/>
              </a:ext>
            </a:extLst>
          </p:cNvPr>
          <p:cNvSpPr txBox="1"/>
          <p:nvPr/>
        </p:nvSpPr>
        <p:spPr>
          <a:xfrm>
            <a:off x="114300" y="2732509"/>
            <a:ext cx="258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VGLUT3KO:0617 85d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68018E-908F-AC5A-5D03-19D0BD2E7741}"/>
              </a:ext>
            </a:extLst>
          </p:cNvPr>
          <p:cNvSpPr txBox="1"/>
          <p:nvPr/>
        </p:nvSpPr>
        <p:spPr>
          <a:xfrm>
            <a:off x="3618971" y="1883298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DE41A-9439-FAAE-3482-A081205C9CB3}"/>
              </a:ext>
            </a:extLst>
          </p:cNvPr>
          <p:cNvSpPr txBox="1"/>
          <p:nvPr/>
        </p:nvSpPr>
        <p:spPr>
          <a:xfrm>
            <a:off x="6468153" y="1879194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0618DB-83A5-0F0E-2263-4FE9B08BC628}"/>
              </a:ext>
            </a:extLst>
          </p:cNvPr>
          <p:cNvSpPr txBox="1"/>
          <p:nvPr/>
        </p:nvSpPr>
        <p:spPr>
          <a:xfrm>
            <a:off x="9359303" y="1879195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E86DA51-2502-99A6-B0DC-485DC9E4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999446"/>
              </p:ext>
            </p:extLst>
          </p:nvPr>
        </p:nvGraphicFramePr>
        <p:xfrm>
          <a:off x="3682599" y="943625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0.78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3.45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2.35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0.21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4.66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3.54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A647FC5-05B0-E781-1914-2001EB41C3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3"/>
          <a:stretch/>
        </p:blipFill>
        <p:spPr>
          <a:xfrm>
            <a:off x="1" y="0"/>
            <a:ext cx="3514084" cy="2539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D9219AB-37D1-EC47-3B16-6A377B1B1D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15"/>
          <a:stretch/>
        </p:blipFill>
        <p:spPr>
          <a:xfrm>
            <a:off x="3543489" y="2219262"/>
            <a:ext cx="2857500" cy="32927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DD15FF2-B8C4-D1F1-0C80-9AC0D9C89F1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14"/>
          <a:stretch/>
        </p:blipFill>
        <p:spPr>
          <a:xfrm>
            <a:off x="6442956" y="2219263"/>
            <a:ext cx="2857500" cy="329274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734B6D0-FBBA-CEF2-3E4D-D7635A9A1DC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15"/>
          <a:stretch/>
        </p:blipFill>
        <p:spPr>
          <a:xfrm>
            <a:off x="9317823" y="2219262"/>
            <a:ext cx="2857500" cy="329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76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786F57-0D63-9391-7FFB-794513B1C63B}"/>
              </a:ext>
            </a:extLst>
          </p:cNvPr>
          <p:cNvSpPr txBox="1"/>
          <p:nvPr/>
        </p:nvSpPr>
        <p:spPr>
          <a:xfrm>
            <a:off x="114300" y="2732509"/>
            <a:ext cx="258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VGLUT3KO:0619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68018E-908F-AC5A-5D03-19D0BD2E7741}"/>
              </a:ext>
            </a:extLst>
          </p:cNvPr>
          <p:cNvSpPr txBox="1"/>
          <p:nvPr/>
        </p:nvSpPr>
        <p:spPr>
          <a:xfrm>
            <a:off x="3618971" y="1883298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DE41A-9439-FAAE-3482-A081205C9CB3}"/>
              </a:ext>
            </a:extLst>
          </p:cNvPr>
          <p:cNvSpPr txBox="1"/>
          <p:nvPr/>
        </p:nvSpPr>
        <p:spPr>
          <a:xfrm>
            <a:off x="6468153" y="1879194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0618DB-83A5-0F0E-2263-4FE9B08BC628}"/>
              </a:ext>
            </a:extLst>
          </p:cNvPr>
          <p:cNvSpPr txBox="1"/>
          <p:nvPr/>
        </p:nvSpPr>
        <p:spPr>
          <a:xfrm>
            <a:off x="9359303" y="1879195"/>
            <a:ext cx="84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E86DA51-2502-99A6-B0DC-485DC9E4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660315"/>
              </p:ext>
            </p:extLst>
          </p:nvPr>
        </p:nvGraphicFramePr>
        <p:xfrm>
          <a:off x="3682599" y="943625"/>
          <a:ext cx="8128000" cy="754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965410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8147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5158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17017"/>
                    </a:ext>
                  </a:extLst>
                </a:gridCol>
              </a:tblGrid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Intensity ratio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Low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Mid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High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17015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OHC/RWM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2.89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7.62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3.43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19706"/>
                  </a:ext>
                </a:extLst>
              </a:tr>
              <a:tr h="2356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DC/RWM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1.46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8.03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4.00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67184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D9B83025-7149-FD09-E01A-45294A7778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6"/>
          <a:stretch/>
        </p:blipFill>
        <p:spPr>
          <a:xfrm>
            <a:off x="1" y="0"/>
            <a:ext cx="3662260" cy="26160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DC34F15-68FC-2B82-89F1-1F5B1FC8CF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3670852" y="2715412"/>
            <a:ext cx="2857500" cy="33337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E802F1A-8865-598D-0C24-670597B2C0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6537074" y="2715412"/>
            <a:ext cx="2857500" cy="3333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756086E-4132-A8AF-C6E4-B636046965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9309146" y="2715412"/>
            <a:ext cx="2857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50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FF194-FB86-4F19-E797-0FD4313A860C}"/>
              </a:ext>
            </a:extLst>
          </p:cNvPr>
          <p:cNvSpPr txBox="1"/>
          <p:nvPr/>
        </p:nvSpPr>
        <p:spPr>
          <a:xfrm>
            <a:off x="8205" y="12306"/>
            <a:ext cx="138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Low: &lt;5Hz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104529-9B36-883F-8C17-E6E6A7893B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56"/>
          <a:stretch/>
        </p:blipFill>
        <p:spPr>
          <a:xfrm>
            <a:off x="2477536" y="0"/>
            <a:ext cx="2149278" cy="334186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6D875E9-D05D-9043-AE76-7C2135D038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3" b="22033"/>
          <a:stretch/>
        </p:blipFill>
        <p:spPr>
          <a:xfrm>
            <a:off x="4874063" y="18458"/>
            <a:ext cx="2716837" cy="33418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93F53DF-54EB-AEA9-DE1D-9649816930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01"/>
          <a:stretch/>
        </p:blipFill>
        <p:spPr>
          <a:xfrm>
            <a:off x="7660582" y="24612"/>
            <a:ext cx="2694850" cy="33295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38EE9F-E0AD-CE0D-4E0D-F687060E5D5A}"/>
              </a:ext>
            </a:extLst>
          </p:cNvPr>
          <p:cNvSpPr txBox="1"/>
          <p:nvPr/>
        </p:nvSpPr>
        <p:spPr>
          <a:xfrm>
            <a:off x="701181" y="1148126"/>
            <a:ext cx="738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874BB7-E2D0-7A48-AD59-40EF16CDF0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44"/>
          <a:stretch/>
        </p:blipFill>
        <p:spPr>
          <a:xfrm>
            <a:off x="2477536" y="3503830"/>
            <a:ext cx="2198037" cy="31696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0558AC9-83AD-C54A-CEF3-7BA541B6C6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063" y="3503830"/>
            <a:ext cx="2716837" cy="316964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6402E0C-BC04-449A-0B2E-9134761B0A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582" y="3503830"/>
            <a:ext cx="2716836" cy="31696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7C65DD-C701-A7A6-A92B-08C79CA3E19D}"/>
              </a:ext>
            </a:extLst>
          </p:cNvPr>
          <p:cNvSpPr txBox="1"/>
          <p:nvPr/>
        </p:nvSpPr>
        <p:spPr>
          <a:xfrm>
            <a:off x="701180" y="4657875"/>
            <a:ext cx="132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VGLUT3KO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2791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D7D28B-326E-2AF0-E1A7-1340E86AAA32}"/>
              </a:ext>
            </a:extLst>
          </p:cNvPr>
          <p:cNvSpPr txBox="1"/>
          <p:nvPr/>
        </p:nvSpPr>
        <p:spPr>
          <a:xfrm>
            <a:off x="8205" y="12306"/>
            <a:ext cx="175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Mid: 5Hz-15Hz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0D4397-E649-1B05-6CE8-0A2A2838FE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75"/>
          <a:stretch/>
        </p:blipFill>
        <p:spPr>
          <a:xfrm>
            <a:off x="4375112" y="113731"/>
            <a:ext cx="1868173" cy="333374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33719D7-908C-F27B-E6D2-67410D3637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5" b="13837"/>
          <a:stretch/>
        </p:blipFill>
        <p:spPr>
          <a:xfrm>
            <a:off x="6358510" y="113730"/>
            <a:ext cx="2857500" cy="33337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19C7246-5E0C-B1FB-43A1-DEAECE66C9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6" b="9829"/>
          <a:stretch/>
        </p:blipFill>
        <p:spPr>
          <a:xfrm>
            <a:off x="9282695" y="113729"/>
            <a:ext cx="2857500" cy="333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512149-B0D2-E65A-B5D6-E29C3D274A90}"/>
              </a:ext>
            </a:extLst>
          </p:cNvPr>
          <p:cNvSpPr txBox="1"/>
          <p:nvPr/>
        </p:nvSpPr>
        <p:spPr>
          <a:xfrm>
            <a:off x="701181" y="1148126"/>
            <a:ext cx="738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FFDB65F-CDE0-7FCF-1F10-9511ABA855B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28"/>
          <a:stretch/>
        </p:blipFill>
        <p:spPr>
          <a:xfrm>
            <a:off x="4375112" y="3497184"/>
            <a:ext cx="2398738" cy="33234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F54D9AE-54AF-942E-D1A5-E1E56CC027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695" y="3486853"/>
            <a:ext cx="2857500" cy="3333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6F3F73-5107-0E6A-9D48-E93BE63C6B02}"/>
              </a:ext>
            </a:extLst>
          </p:cNvPr>
          <p:cNvSpPr txBox="1"/>
          <p:nvPr/>
        </p:nvSpPr>
        <p:spPr>
          <a:xfrm>
            <a:off x="701181" y="5153728"/>
            <a:ext cx="132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VGLUT3KO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0B4D31F-8D7D-8BBF-0B86-DCEF88DC40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10" y="3486853"/>
            <a:ext cx="2857500" cy="33337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FB0C104-585A-5A13-FC12-97500E0C17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54" y="1608613"/>
            <a:ext cx="1853184" cy="32339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4DFB36E-CD1A-966A-8EC0-22BCD6C14B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387" y="1611661"/>
            <a:ext cx="1853184" cy="323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89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F3A8CE-AE69-1EF3-3F12-10F9B6DCDDD0}"/>
              </a:ext>
            </a:extLst>
          </p:cNvPr>
          <p:cNvSpPr txBox="1"/>
          <p:nvPr/>
        </p:nvSpPr>
        <p:spPr>
          <a:xfrm>
            <a:off x="8205" y="12306"/>
            <a:ext cx="175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High: &gt;15Hz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60EBE5-FC1E-BFDC-2CD5-4163BAFC1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550"/>
          <a:stretch/>
        </p:blipFill>
        <p:spPr>
          <a:xfrm>
            <a:off x="4064911" y="60493"/>
            <a:ext cx="2137074" cy="33958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6435C47-01EE-97E6-1DAC-A63FAE1EDA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b="14133"/>
          <a:stretch/>
        </p:blipFill>
        <p:spPr>
          <a:xfrm>
            <a:off x="6321105" y="39600"/>
            <a:ext cx="2849431" cy="34166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0151538-B744-15FF-9BC1-4144FF471EE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43"/>
          <a:stretch/>
        </p:blipFill>
        <p:spPr>
          <a:xfrm>
            <a:off x="9289656" y="39600"/>
            <a:ext cx="2849431" cy="3416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F31F00-0E57-E6BD-B0C2-B299D78CC5C4}"/>
              </a:ext>
            </a:extLst>
          </p:cNvPr>
          <p:cNvSpPr txBox="1"/>
          <p:nvPr/>
        </p:nvSpPr>
        <p:spPr>
          <a:xfrm>
            <a:off x="701181" y="1148126"/>
            <a:ext cx="738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WT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70736-5871-B12B-D5AF-496B7350D157}"/>
              </a:ext>
            </a:extLst>
          </p:cNvPr>
          <p:cNvSpPr txBox="1"/>
          <p:nvPr/>
        </p:nvSpPr>
        <p:spPr>
          <a:xfrm>
            <a:off x="701180" y="5472195"/>
            <a:ext cx="132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VGLUT3KO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35EF8FB-FED1-D6FA-DAD9-A886074FBBD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40"/>
          <a:stretch/>
        </p:blipFill>
        <p:spPr>
          <a:xfrm>
            <a:off x="4061689" y="3496539"/>
            <a:ext cx="2140296" cy="33337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FAA8E84-3918-4C7A-7F45-3705CC9DE6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105" y="3496538"/>
            <a:ext cx="2857500" cy="33337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74239D7-FAC4-EC02-17BF-BE385C30F7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656" y="3496538"/>
            <a:ext cx="2857500" cy="33337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EF05C50-4B6B-8FC3-13C7-0CD19242F0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51" y="1608613"/>
            <a:ext cx="1853184" cy="323392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28249BA-01D7-C5C3-04A1-F9E187448B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461" y="1611661"/>
            <a:ext cx="1853184" cy="323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04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D7D28B-326E-2AF0-E1A7-1340E86AAA32}"/>
              </a:ext>
            </a:extLst>
          </p:cNvPr>
          <p:cNvSpPr txBox="1"/>
          <p:nvPr/>
        </p:nvSpPr>
        <p:spPr>
          <a:xfrm>
            <a:off x="8205" y="12306"/>
            <a:ext cx="175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Mid: 5Hz-15Hz updated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0D4397-E649-1B05-6CE8-0A2A2838FE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75"/>
          <a:stretch/>
        </p:blipFill>
        <p:spPr>
          <a:xfrm>
            <a:off x="4375112" y="113731"/>
            <a:ext cx="1868173" cy="33337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19C7246-5E0C-B1FB-43A1-DEAECE66C9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6" b="9829"/>
          <a:stretch/>
        </p:blipFill>
        <p:spPr>
          <a:xfrm>
            <a:off x="9282695" y="113729"/>
            <a:ext cx="2857500" cy="333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512149-B0D2-E65A-B5D6-E29C3D274A90}"/>
              </a:ext>
            </a:extLst>
          </p:cNvPr>
          <p:cNvSpPr txBox="1"/>
          <p:nvPr/>
        </p:nvSpPr>
        <p:spPr>
          <a:xfrm>
            <a:off x="701181" y="1148126"/>
            <a:ext cx="738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FFDB65F-CDE0-7FCF-1F10-9511ABA855B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1" r="9798" b="24428"/>
          <a:stretch/>
        </p:blipFill>
        <p:spPr>
          <a:xfrm>
            <a:off x="4375111" y="3447477"/>
            <a:ext cx="1868174" cy="33234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F54D9AE-54AF-942E-D1A5-E1E56CC027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695" y="3486853"/>
            <a:ext cx="2857500" cy="3333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6F3F73-5107-0E6A-9D48-E93BE63C6B02}"/>
              </a:ext>
            </a:extLst>
          </p:cNvPr>
          <p:cNvSpPr txBox="1"/>
          <p:nvPr/>
        </p:nvSpPr>
        <p:spPr>
          <a:xfrm>
            <a:off x="701181" y="5153728"/>
            <a:ext cx="132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VGLUT3KO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37C6A5E-19F7-169A-AA80-48780702BE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89" b="13306"/>
          <a:stretch/>
        </p:blipFill>
        <p:spPr>
          <a:xfrm>
            <a:off x="6496100" y="113729"/>
            <a:ext cx="2533780" cy="333374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4F03306-E38C-DE62-6A8B-516B11C8904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9"/>
          <a:stretch/>
        </p:blipFill>
        <p:spPr>
          <a:xfrm>
            <a:off x="6496100" y="3429000"/>
            <a:ext cx="2533780" cy="333375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F1A66BC-2FB8-173C-6F19-C2921A6344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04" y="1657731"/>
            <a:ext cx="1923288" cy="343814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3ACBEA4-3CC8-D913-B8F9-9EB8ED95B9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487" y="1828989"/>
            <a:ext cx="1853184" cy="323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F3A8CE-AE69-1EF3-3F12-10F9B6DCDDD0}"/>
              </a:ext>
            </a:extLst>
          </p:cNvPr>
          <p:cNvSpPr txBox="1"/>
          <p:nvPr/>
        </p:nvSpPr>
        <p:spPr>
          <a:xfrm>
            <a:off x="8205" y="12306"/>
            <a:ext cx="175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High: &gt;15Hz</a:t>
            </a:r>
          </a:p>
          <a:p>
            <a:r>
              <a:rPr lang="en-US" altLang="ko-KR" dirty="0"/>
              <a:t>updated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60EBE5-FC1E-BFDC-2CD5-4163BAFC1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550"/>
          <a:stretch/>
        </p:blipFill>
        <p:spPr>
          <a:xfrm>
            <a:off x="4064911" y="60493"/>
            <a:ext cx="2137074" cy="339580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0151538-B744-15FF-9BC1-4144FF471E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43"/>
          <a:stretch/>
        </p:blipFill>
        <p:spPr>
          <a:xfrm>
            <a:off x="9289656" y="39600"/>
            <a:ext cx="2849431" cy="3416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F31F00-0E57-E6BD-B0C2-B299D78CC5C4}"/>
              </a:ext>
            </a:extLst>
          </p:cNvPr>
          <p:cNvSpPr txBox="1"/>
          <p:nvPr/>
        </p:nvSpPr>
        <p:spPr>
          <a:xfrm>
            <a:off x="701181" y="1148126"/>
            <a:ext cx="738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WT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70736-5871-B12B-D5AF-496B7350D157}"/>
              </a:ext>
            </a:extLst>
          </p:cNvPr>
          <p:cNvSpPr txBox="1"/>
          <p:nvPr/>
        </p:nvSpPr>
        <p:spPr>
          <a:xfrm>
            <a:off x="701180" y="5472195"/>
            <a:ext cx="132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VGLUT3KO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35EF8FB-FED1-D6FA-DAD9-A886074FBBD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40"/>
          <a:stretch/>
        </p:blipFill>
        <p:spPr>
          <a:xfrm>
            <a:off x="4061689" y="3496539"/>
            <a:ext cx="2140296" cy="33337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FAA8E84-3918-4C7A-7F45-3705CC9DE6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105" y="3496538"/>
            <a:ext cx="2857500" cy="33337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DD3F1E0-AA4B-9BC5-8A40-5E85FE4E11F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0" b="11818"/>
          <a:stretch/>
        </p:blipFill>
        <p:spPr>
          <a:xfrm>
            <a:off x="6447272" y="60493"/>
            <a:ext cx="2521080" cy="339580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133F943-6036-C028-D2B2-B12B5F4924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656" y="3484650"/>
            <a:ext cx="2857500" cy="33337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4894A77-3C46-2A1E-B19F-6177974016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33" y="1956460"/>
            <a:ext cx="1853184" cy="332232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420D5F1-266E-0FEA-B92F-FE36F21713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494" y="2047900"/>
            <a:ext cx="1853184" cy="323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10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D7D28B-326E-2AF0-E1A7-1340E86AAA32}"/>
              </a:ext>
            </a:extLst>
          </p:cNvPr>
          <p:cNvSpPr txBox="1"/>
          <p:nvPr/>
        </p:nvSpPr>
        <p:spPr>
          <a:xfrm>
            <a:off x="8205" y="12306"/>
            <a:ext cx="175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Mid: 5Hz-15Hz updated (n=5)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0D4397-E649-1B05-6CE8-0A2A2838FE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75"/>
          <a:stretch/>
        </p:blipFill>
        <p:spPr>
          <a:xfrm>
            <a:off x="2089711" y="133767"/>
            <a:ext cx="1868173" cy="33337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19C7246-5E0C-B1FB-43A1-DEAECE66C9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4" t="8776" r="15706" b="9829"/>
          <a:stretch/>
        </p:blipFill>
        <p:spPr>
          <a:xfrm>
            <a:off x="5742657" y="133765"/>
            <a:ext cx="1931368" cy="33337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FFDB65F-CDE0-7FCF-1F10-9511ABA855B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1" r="9798" b="24428"/>
          <a:stretch/>
        </p:blipFill>
        <p:spPr>
          <a:xfrm>
            <a:off x="2089710" y="3467513"/>
            <a:ext cx="1868174" cy="33234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F54D9AE-54AF-942E-D1A5-E1E56CC0276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4" r="15706"/>
          <a:stretch/>
        </p:blipFill>
        <p:spPr>
          <a:xfrm>
            <a:off x="5742657" y="3449036"/>
            <a:ext cx="1931368" cy="3333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6F3F73-5107-0E6A-9D48-E93BE63C6B02}"/>
              </a:ext>
            </a:extLst>
          </p:cNvPr>
          <p:cNvSpPr txBox="1"/>
          <p:nvPr/>
        </p:nvSpPr>
        <p:spPr>
          <a:xfrm>
            <a:off x="1581979" y="5216406"/>
            <a:ext cx="132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VGLUT3KO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37C6A5E-19F7-169A-AA80-48780702BE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1" t="6789" r="18299" b="13306"/>
          <a:stretch/>
        </p:blipFill>
        <p:spPr>
          <a:xfrm>
            <a:off x="3973509" y="133765"/>
            <a:ext cx="1752356" cy="333374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4F03306-E38C-DE62-6A8B-516B11C8904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2" r="16513"/>
          <a:stretch/>
        </p:blipFill>
        <p:spPr>
          <a:xfrm>
            <a:off x="3973508" y="3449036"/>
            <a:ext cx="1752356" cy="33337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0908E09-86FF-61D3-8272-85A63939E31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9" t="-1" r="11359" b="50839"/>
          <a:stretch/>
        </p:blipFill>
        <p:spPr>
          <a:xfrm>
            <a:off x="7697172" y="133763"/>
            <a:ext cx="2152893" cy="327787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30497B-10A8-E38E-F437-4BF7C8C8272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8" t="346" r="11580" b="50493"/>
          <a:stretch/>
        </p:blipFill>
        <p:spPr>
          <a:xfrm>
            <a:off x="9890573" y="133761"/>
            <a:ext cx="2152894" cy="32778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512149-B0D2-E65A-B5D6-E29C3D274A90}"/>
              </a:ext>
            </a:extLst>
          </p:cNvPr>
          <p:cNvSpPr txBox="1"/>
          <p:nvPr/>
        </p:nvSpPr>
        <p:spPr>
          <a:xfrm>
            <a:off x="1774322" y="1697994"/>
            <a:ext cx="738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WT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F80558D-12CB-CC89-D80B-8DD7D74376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1" y="885269"/>
            <a:ext cx="1520620" cy="272313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B9EEBA0-8307-7237-B1FD-0553A305760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36" y="3756822"/>
            <a:ext cx="1499405" cy="251085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4B6B7CD-657D-D26E-3D61-03A94F1D9DCF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5" r="2661" b="50000"/>
          <a:stretch/>
        </p:blipFill>
        <p:spPr>
          <a:xfrm>
            <a:off x="9890574" y="3429001"/>
            <a:ext cx="2155508" cy="272294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1B41A48-462E-01A7-A492-E5EB4241771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6" r="13012" b="50614"/>
          <a:stretch/>
        </p:blipFill>
        <p:spPr>
          <a:xfrm>
            <a:off x="7697172" y="3429000"/>
            <a:ext cx="2176040" cy="329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848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F3A8CE-AE69-1EF3-3F12-10F9B6DCDDD0}"/>
              </a:ext>
            </a:extLst>
          </p:cNvPr>
          <p:cNvSpPr txBox="1"/>
          <p:nvPr/>
        </p:nvSpPr>
        <p:spPr>
          <a:xfrm>
            <a:off x="8205" y="12306"/>
            <a:ext cx="175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High: &gt;15Hz</a:t>
            </a:r>
          </a:p>
          <a:p>
            <a:r>
              <a:rPr lang="en-US" altLang="ko-KR" dirty="0"/>
              <a:t>Updated (n=5)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60EBE5-FC1E-BFDC-2CD5-4163BAFC12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550"/>
          <a:stretch/>
        </p:blipFill>
        <p:spPr>
          <a:xfrm>
            <a:off x="1738412" y="60493"/>
            <a:ext cx="2137074" cy="339580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0151538-B744-15FF-9BC1-4144FF471E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5" r="5086" b="16343"/>
          <a:stretch/>
        </p:blipFill>
        <p:spPr>
          <a:xfrm>
            <a:off x="6117238" y="60493"/>
            <a:ext cx="2150656" cy="31376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5EF8FB-FED1-D6FA-DAD9-A886074FBBD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40"/>
          <a:stretch/>
        </p:blipFill>
        <p:spPr>
          <a:xfrm>
            <a:off x="1735190" y="3496539"/>
            <a:ext cx="2140296" cy="33337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FAA8E84-3918-4C7A-7F45-3705CC9DE6D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30" r="10055"/>
          <a:stretch/>
        </p:blipFill>
        <p:spPr>
          <a:xfrm>
            <a:off x="3897717" y="3496538"/>
            <a:ext cx="2166409" cy="33337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DD3F1E0-AA4B-9BC5-8A40-5E85FE4E11F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7" t="6790" r="5581" b="11818"/>
          <a:stretch/>
        </p:blipFill>
        <p:spPr>
          <a:xfrm>
            <a:off x="3904426" y="60493"/>
            <a:ext cx="2166409" cy="339580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133F943-6036-C028-D2B2-B12B5F49242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4" r="5073"/>
          <a:stretch/>
        </p:blipFill>
        <p:spPr>
          <a:xfrm>
            <a:off x="6081664" y="3496538"/>
            <a:ext cx="2178759" cy="313763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10C7CC9-E810-567E-0825-91A6A4C7C14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8297981" y="60493"/>
            <a:ext cx="2155607" cy="251487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64B4C53-358A-E710-1650-926E7080AF4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492"/>
          <a:stretch/>
        </p:blipFill>
        <p:spPr>
          <a:xfrm>
            <a:off x="10483675" y="60493"/>
            <a:ext cx="2150656" cy="248440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9DB5D87-B04D-8907-49BA-57BB7A1F46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4" y="658637"/>
            <a:ext cx="1643763" cy="294687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9FE91D3-8808-0168-2338-9FAFE18F69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" y="3547973"/>
            <a:ext cx="1732605" cy="3020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F31F00-0E57-E6BD-B0C2-B299D78CC5C4}"/>
              </a:ext>
            </a:extLst>
          </p:cNvPr>
          <p:cNvSpPr txBox="1"/>
          <p:nvPr/>
        </p:nvSpPr>
        <p:spPr>
          <a:xfrm>
            <a:off x="1684103" y="698881"/>
            <a:ext cx="738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WT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70736-5871-B12B-D5AF-496B7350D157}"/>
              </a:ext>
            </a:extLst>
          </p:cNvPr>
          <p:cNvSpPr txBox="1"/>
          <p:nvPr/>
        </p:nvSpPr>
        <p:spPr>
          <a:xfrm>
            <a:off x="1760560" y="5884621"/>
            <a:ext cx="132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VGLUT3KO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4030648-AF6E-798A-D3D3-3274510400B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15"/>
          <a:stretch/>
        </p:blipFill>
        <p:spPr>
          <a:xfrm>
            <a:off x="8277961" y="3496538"/>
            <a:ext cx="2128624" cy="245284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7434D4C-7989-0B49-C547-1B7FFA8EFEE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10424123" y="3496537"/>
            <a:ext cx="2102442" cy="245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3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376</Words>
  <Application>Microsoft Office PowerPoint</Application>
  <PresentationFormat>와이드스크린</PresentationFormat>
  <Paragraphs>227</Paragraphs>
  <Slides>21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D-OCT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B.J. Kim</dc:creator>
  <cp:lastModifiedBy>B.J. Kim</cp:lastModifiedBy>
  <cp:revision>69</cp:revision>
  <dcterms:created xsi:type="dcterms:W3CDTF">2024-06-11T19:41:51Z</dcterms:created>
  <dcterms:modified xsi:type="dcterms:W3CDTF">2024-06-20T22:58:26Z</dcterms:modified>
</cp:coreProperties>
</file>